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1.png"/><Relationship Id="rId3" Type="http://schemas.openxmlformats.org/officeDocument/2006/relationships/image" Target="../media/image-1003-3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0-1.png"/><Relationship Id="rId2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1-1.png"/><Relationship Id="rId2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2-1.png"/><Relationship Id="rId2" Type="http://schemas.openxmlformats.org/officeDocument/2006/relationships/image" Target="../media/image-101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TOMB_TITLE">
    <p:bg>
      <p:bgPr>
        <a:solidFill>
          <a:srgbClr val="1F02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-2926080"/>
            <a:ext cx="8229600" cy="8229600"/>
          </a:xfrm>
          <a:prstGeom prst="ellipse">
            <a:avLst/>
          </a:prstGeom>
          <a:solidFill>
            <a:srgbClr val="3B1C6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692640" y="2743200"/>
            <a:ext cx="4023360" cy="4023360"/>
          </a:xfrm>
          <a:prstGeom prst="ellipse">
            <a:avLst/>
          </a:prstGeom>
          <a:solidFill>
            <a:srgbClr val="D5A546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/home/claude/artomb_pptx/assets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48640"/>
            <a:ext cx="1051560" cy="1183234"/>
          </a:xfrm>
          <a:prstGeom prst="rect">
            <a:avLst/>
          </a:prstGeom>
        </p:spPr>
      </p:pic>
      <p:sp>
        <p:nvSpPr>
          <p:cNvPr id="5" name="Text 2"/>
          <p:cNvSpPr/>
          <p:nvPr>
            <p:ph idx="103" type="title" hasCustomPrompt="1"/>
          </p:nvPr>
        </p:nvSpPr>
        <p:spPr>
          <a:xfrm>
            <a:off x="804672" y="2057400"/>
            <a:ext cx="96926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Title Goes Here</a:t>
            </a:r>
            <a:endParaRPr lang="en-US" sz="4400" dirty="0"/>
          </a:p>
        </p:txBody>
      </p:sp>
      <p:sp>
        <p:nvSpPr>
          <p:cNvPr id="6" name="Text 2"/>
          <p:cNvSpPr txBox="1"/>
          <p:nvPr/>
        </p:nvSpPr>
        <p:spPr>
          <a:xfrm>
            <a:off x="822960" y="37033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5A5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or short description of the presentation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804672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[Client / Audience]     |     [Month Year]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6949440" y="626364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5A5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Careers. Empowering Businesses.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TOMB_STYLEGU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rtomb_pptx/assets/mark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47472"/>
            <a:ext cx="457200" cy="55412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8872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02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&amp; Template Guide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1417320"/>
            <a:ext cx="2084832" cy="1234440"/>
          </a:xfrm>
          <a:prstGeom prst="roundRect">
            <a:avLst>
              <a:gd name="adj" fmla="val 7407"/>
            </a:avLst>
          </a:prstGeom>
          <a:solidFill>
            <a:srgbClr val="1F02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214884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Purple (logo)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2395728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#1F0248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798064" y="1417320"/>
            <a:ext cx="2084832" cy="1234440"/>
          </a:xfrm>
          <a:prstGeom prst="roundRect">
            <a:avLst>
              <a:gd name="adj" fmla="val 7407"/>
            </a:avLst>
          </a:prstGeom>
          <a:solidFill>
            <a:srgbClr val="3B1C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 txBox="1"/>
          <p:nvPr/>
        </p:nvSpPr>
        <p:spPr>
          <a:xfrm>
            <a:off x="2907792" y="214884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Purple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2907792" y="2395728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#3B1C68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47488" y="1417320"/>
            <a:ext cx="2084832" cy="1234440"/>
          </a:xfrm>
          <a:prstGeom prst="roundRect">
            <a:avLst>
              <a:gd name="adj" fmla="val 7407"/>
            </a:avLst>
          </a:prstGeom>
          <a:solidFill>
            <a:srgbClr val="D5A5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 txBox="1"/>
          <p:nvPr/>
        </p:nvSpPr>
        <p:spPr>
          <a:xfrm>
            <a:off x="5157216" y="214884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 Gold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157216" y="2395728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#D5A546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296912" y="1417320"/>
            <a:ext cx="2084832" cy="1234440"/>
          </a:xfrm>
          <a:prstGeom prst="roundRect">
            <a:avLst>
              <a:gd name="adj" fmla="val 7407"/>
            </a:avLst>
          </a:prstGeom>
          <a:solidFill>
            <a:srgbClr val="2423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 txBox="1"/>
          <p:nvPr/>
        </p:nvSpPr>
        <p:spPr>
          <a:xfrm>
            <a:off x="7406640" y="214884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 / Body Text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406640" y="2395728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#242330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9546336" y="1417320"/>
            <a:ext cx="2084832" cy="1234440"/>
          </a:xfrm>
          <a:prstGeom prst="roundRect">
            <a:avLst>
              <a:gd name="adj" fmla="val 7407"/>
            </a:avLst>
          </a:prstGeom>
          <a:solidFill>
            <a:srgbClr val="F5F2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 txBox="1"/>
          <p:nvPr/>
        </p:nvSpPr>
        <p:spPr>
          <a:xfrm>
            <a:off x="9656064" y="214884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Tint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9656064" y="2395728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#F5F2F8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48640" y="297180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5F2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313639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02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Headings — Georgia Bold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" y="38404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copy — Arial Regular / Bold for emphasis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062472" y="2971800"/>
            <a:ext cx="55778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4DC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3" name="Image 1" descr="/home/claude/artomb_pptx/assets/mark_col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3136392"/>
            <a:ext cx="914400" cy="1109167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635240" y="3136392"/>
            <a:ext cx="1417320" cy="1109167"/>
          </a:xfrm>
          <a:prstGeom prst="roundRect">
            <a:avLst/>
          </a:prstGeom>
          <a:solidFill>
            <a:srgbClr val="1F02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2" descr="/home/claude/artomb_pptx/assets/mar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9832" y="3236976"/>
            <a:ext cx="1088136" cy="91440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6309360" y="42702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mark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7635240" y="42702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Reversed mark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9235440" y="32461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recolor, rotate, or stretch the mark. Keep clear space around it equal to the height of the dots.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548640" y="4983480"/>
            <a:ext cx="11109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 this template: this deck ships with branded slide layouts (View → Slide Master). Duplicate any sample slide, then edit the text placeholders directly — fonts, colors, and logo placement are already set.</a:t>
            </a:r>
            <a:endParaRPr lang="en-US" sz="1300" dirty="0"/>
          </a:p>
        </p:txBody>
      </p:sp>
      <p:sp>
        <p:nvSpPr>
          <p:cNvPr id="30" name="Text 2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ARTOMB RECRUITMENT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87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TOMB_A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rtomb_pptx/assets/mark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47472"/>
            <a:ext cx="457200" cy="55412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8872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02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1508760"/>
            <a:ext cx="658368" cy="658368"/>
          </a:xfrm>
          <a:prstGeom prst="ellipse">
            <a:avLst/>
          </a:prstGeom>
          <a:solidFill>
            <a:srgbClr val="F5F2F8"/>
          </a:solidFill>
          <a:ln w="19050">
            <a:solidFill>
              <a:srgbClr val="D5A54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02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149047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9280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are and what we'll cover today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679192"/>
            <a:ext cx="658368" cy="658368"/>
          </a:xfrm>
          <a:prstGeom prst="ellipse">
            <a:avLst/>
          </a:prstGeom>
          <a:solidFill>
            <a:srgbClr val="F5F2F8"/>
          </a:solidFill>
          <a:ln w="19050">
            <a:solidFill>
              <a:srgbClr val="D5A54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02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2660904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30632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insights from our work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849624"/>
            <a:ext cx="658368" cy="658368"/>
          </a:xfrm>
          <a:prstGeom prst="ellipse">
            <a:avLst/>
          </a:prstGeom>
          <a:solidFill>
            <a:srgbClr val="F5F2F8"/>
          </a:solidFill>
          <a:ln w="19050">
            <a:solidFill>
              <a:srgbClr val="D5A54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02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3831336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423367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propose and why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5020056"/>
            <a:ext cx="658368" cy="658368"/>
          </a:xfrm>
          <a:prstGeom prst="ellipse">
            <a:avLst/>
          </a:prstGeom>
          <a:solidFill>
            <a:srgbClr val="F5F2F8"/>
          </a:solidFill>
          <a:ln w="19050">
            <a:solidFill>
              <a:srgbClr val="D5A54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02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500176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540410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Timeline, owners, and how we move forward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ARTOMB RECRUITMENT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87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TOMB_SECTION">
    <p:bg>
      <p:bgPr>
        <a:solidFill>
          <a:srgbClr val="1F02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194560" y="3931920"/>
            <a:ext cx="6400800" cy="6400800"/>
          </a:xfrm>
          <a:prstGeom prst="ellipse">
            <a:avLst/>
          </a:prstGeom>
          <a:solidFill>
            <a:srgbClr val="3B1C68">
              <a:alpha val="4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777240" y="1234440"/>
            <a:ext cx="3657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0" b="1" dirty="0">
                <a:solidFill>
                  <a:srgbClr val="D5A5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indent="0" marL="0">
              <a:buNone/>
            </a:pPr>
            <a:r>
              <a:rPr lang="en-US" sz="11000" b="1" dirty="0">
                <a:solidFill>
                  <a:srgbClr val="D5A5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04672" y="3429000"/>
            <a:ext cx="98755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Title</a:t>
            </a:r>
            <a:endParaRPr lang="en-US" sz="4000" dirty="0"/>
          </a:p>
        </p:txBody>
      </p:sp>
      <p:sp>
        <p:nvSpPr>
          <p:cNvPr id="5" name="Text 1"/>
          <p:cNvSpPr txBox="1"/>
          <p:nvPr/>
        </p:nvSpPr>
        <p:spPr>
          <a:xfrm>
            <a:off x="822960" y="44348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A5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One-line description of what this section covers.</a:t>
            </a:r>
            <a:endParaRPr lang="en-US" sz="1600" dirty="0"/>
          </a:p>
        </p:txBody>
      </p:sp>
      <p:pic>
        <p:nvPicPr>
          <p:cNvPr id="6" name="Image 0" descr="/home/claude/artomb_pptx/assets/ma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56032" cy="31053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TOMB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rtomb_pptx/assets/mark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47472"/>
            <a:ext cx="457200" cy="55412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8872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02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Title</a:t>
            </a: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22960" y="1417320"/>
            <a:ext cx="10515600" cy="4800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228600" indent="-228600">
              <a:spcAft>
                <a:spcPts val="1400"/>
              </a:spcAft>
              <a:buSzPct val="100000"/>
              <a:buChar char="●"/>
              <a:defRPr lang="en-US" sz="1600" dirty="0">
                <a:solidFill>
                  <a:srgbClr val="24233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4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[object Object],[object Object],[object Object]</a:t>
            </a:r>
            <a:endParaRPr lang="en-US" sz="16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ARTOMB RECRUITMENT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87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TOMB_TWOCO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rtomb_pptx/assets/mark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47472"/>
            <a:ext cx="457200" cy="55412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8872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02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Comparing Two Options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822960" y="1463040"/>
            <a:ext cx="5138928" cy="4480560"/>
          </a:xfrm>
          <a:prstGeom prst="roundRect">
            <a:avLst>
              <a:gd name="adj" fmla="val 1633"/>
            </a:avLst>
          </a:prstGeom>
          <a:solidFill>
            <a:srgbClr val="F5F2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1719072"/>
            <a:ext cx="4590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02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Option A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097280" y="2331720"/>
            <a:ext cx="459028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24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Point one for this option</a:t>
            </a:r>
            <a:endParaRPr lang="en-US" sz="140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24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Point two for this option</a:t>
            </a:r>
            <a:endParaRPr lang="en-US" sz="140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24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Point three for this option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245352" y="1463040"/>
            <a:ext cx="5138928" cy="4480560"/>
          </a:xfrm>
          <a:prstGeom prst="roundRect">
            <a:avLst>
              <a:gd name="adj" fmla="val 1633"/>
            </a:avLst>
          </a:prstGeom>
          <a:solidFill>
            <a:srgbClr val="F5F2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 txBox="1"/>
          <p:nvPr/>
        </p:nvSpPr>
        <p:spPr>
          <a:xfrm>
            <a:off x="6519672" y="1719072"/>
            <a:ext cx="4590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02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Option B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519672" y="2331720"/>
            <a:ext cx="459028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24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Point one for this option</a:t>
            </a:r>
            <a:endParaRPr lang="en-US" sz="140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24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Point two for this option</a:t>
            </a:r>
            <a:endParaRPr lang="en-US" sz="140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24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Point three for this option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ARTOMB RECRUITMENT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87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TOMB_IMAGE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rtomb_pptx/assets/mark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47472"/>
            <a:ext cx="457200" cy="55412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8872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02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Title</a:t>
            </a: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22960" y="1600200"/>
            <a:ext cx="5029200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rgbClr val="24233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1500" dirty="0">
                <a:solidFill>
                  <a:srgbClr val="24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[object Object],[object Object],[object Object]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6263640" y="1600200"/>
            <a:ext cx="5166360" cy="4297680"/>
          </a:xfrm>
          <a:prstGeom prst="roundRect">
            <a:avLst>
              <a:gd name="adj" fmla="val 1702"/>
            </a:avLst>
          </a:prstGeom>
          <a:solidFill>
            <a:srgbClr val="F5F2F8"/>
          </a:solidFill>
          <a:ln w="12700">
            <a:solidFill>
              <a:srgbClr val="D9C8DC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8366760" y="3063240"/>
            <a:ext cx="457200" cy="457200"/>
          </a:xfrm>
          <a:prstGeom prst="ellipse">
            <a:avLst/>
          </a:prstGeom>
          <a:solidFill>
            <a:srgbClr val="3B1C68">
              <a:alpha val="7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7818120" y="3429000"/>
            <a:ext cx="1554480" cy="1051560"/>
          </a:xfrm>
          <a:prstGeom prst="triangle">
            <a:avLst/>
          </a:prstGeom>
          <a:solidFill>
            <a:srgbClr val="3B1C68">
              <a:alpha val="7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 txBox="1"/>
          <p:nvPr/>
        </p:nvSpPr>
        <p:spPr>
          <a:xfrm>
            <a:off x="6263640" y="507492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image here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ARTOMB RECRUITMENT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87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TOMB_STA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rtomb_pptx/assets/mark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47472"/>
            <a:ext cx="457200" cy="55412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8872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02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Numbers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96596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5A5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120+</a:t>
            </a: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2004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0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Filled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370332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finance, tech, and operations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480560" y="196596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5A5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6000" dirty="0"/>
          </a:p>
        </p:txBody>
      </p:sp>
      <p:sp>
        <p:nvSpPr>
          <p:cNvPr id="8" name="Text 5"/>
          <p:cNvSpPr txBox="1"/>
          <p:nvPr/>
        </p:nvSpPr>
        <p:spPr>
          <a:xfrm>
            <a:off x="4480560" y="32004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0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754880" y="370332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time to shortlist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196596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5A5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94%</a:t>
            </a:r>
            <a:endParaRPr lang="en-US" sz="600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32004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0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412480" y="370332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Placed candidates active after 12 months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ARTOMB RECRUITMENT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87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TOMB_QUOTE">
    <p:bg>
      <p:bgPr>
        <a:solidFill>
          <a:srgbClr val="1F02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3B1C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6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1463040" y="2331720"/>
            <a:ext cx="92354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indent="0" marL="0">
              <a:buNone/>
            </a:pPr>
            <a:r>
              <a:rPr lang="en-US" sz="2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where a client or candidate testimonial goes — keep it to two or three lines for the strongest impact.</a:t>
            </a:r>
            <a:endParaRPr lang="en-US" sz="2700" dirty="0"/>
          </a:p>
        </p:txBody>
      </p:sp>
      <p:sp>
        <p:nvSpPr>
          <p:cNvPr id="4" name="Text 1"/>
          <p:cNvSpPr txBox="1"/>
          <p:nvPr/>
        </p:nvSpPr>
        <p:spPr>
          <a:xfrm>
            <a:off x="1463040" y="4617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A5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Name, Title, Company</a:t>
            </a:r>
            <a:endParaRPr lang="en-US" sz="1400" dirty="0"/>
          </a:p>
        </p:txBody>
      </p:sp>
      <p:pic>
        <p:nvPicPr>
          <p:cNvPr id="5" name="Image 0" descr="/home/claude/artomb_pptx/assets/ma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56032" cy="31053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TOMB_PROCES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rtomb_pptx/assets/mark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47472"/>
            <a:ext cx="457200" cy="55412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8872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02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1714500" y="2103120"/>
            <a:ext cx="731520" cy="731520"/>
          </a:xfrm>
          <a:prstGeom prst="ellipse">
            <a:avLst/>
          </a:prstGeom>
          <a:solidFill>
            <a:srgbClr val="3B1C6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0175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0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34747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role and the ideal candidate profile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430268" y="2103120"/>
            <a:ext cx="731520" cy="731520"/>
          </a:xfrm>
          <a:prstGeom prst="ellipse">
            <a:avLst/>
          </a:prstGeom>
          <a:solidFill>
            <a:srgbClr val="3B1C6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3538728" y="30175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0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3630168" y="34747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and approach vetted talent across our network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146036" y="2103120"/>
            <a:ext cx="731520" cy="731520"/>
          </a:xfrm>
          <a:prstGeom prst="ellipse">
            <a:avLst/>
          </a:prstGeom>
          <a:solidFill>
            <a:srgbClr val="3B1C6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6254496" y="30175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0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345936" y="34747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for skills, fit, and long-term retention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9861804" y="2103120"/>
            <a:ext cx="731520" cy="731520"/>
          </a:xfrm>
          <a:prstGeom prst="ellipse">
            <a:avLst/>
          </a:prstGeom>
          <a:solidFill>
            <a:srgbClr val="3B1C6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8970264" y="30175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0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9061704" y="34747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offer, onboarding, and 90-day check-ins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ARTOMB RECRUITMENT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87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TOMB_CLOSING">
    <p:bg>
      <p:bgPr>
        <a:solidFill>
          <a:srgbClr val="1F02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-2377440"/>
            <a:ext cx="6858000" cy="6858000"/>
          </a:xfrm>
          <a:prstGeom prst="ellipse">
            <a:avLst/>
          </a:prstGeom>
          <a:solidFill>
            <a:srgbClr val="3B1C68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claude/artomb_pptx/assets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3208" y="685800"/>
            <a:ext cx="2011680" cy="2264969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1371600" y="3246120"/>
            <a:ext cx="94183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1"/>
          <p:cNvSpPr txBox="1"/>
          <p:nvPr/>
        </p:nvSpPr>
        <p:spPr>
          <a:xfrm>
            <a:off x="1371600" y="416052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A5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hello@artombrecruitment.com    •    www.artombrecruitment.com    •    +234 000 000 0000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1371600" y="46634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Careers. Empowering Businesses.</a:t>
            </a:r>
            <a:endParaRPr lang="en-US" sz="1300" dirty="0"/>
          </a:p>
        </p:txBody>
      </p:sp>
      <p:pic>
        <p:nvPicPr>
          <p:cNvPr id="7" name="Image 1" descr="/home/claude/artomb_pptx/assets/mar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56032" cy="31053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1012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87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804672" y="2057400"/>
            <a:ext cx="9692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Title Goes Here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87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87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77240" y="123444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0" b="1" dirty="0">
                <a:solidFill>
                  <a:srgbClr val="D5A5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804672" y="342900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Title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822960" y="1417320"/>
            <a:ext cx="1051560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D5A5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key point, stated clearly and concisely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D5A5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key point with supporting detail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D5A5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key point that reinforces the message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87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87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822960" y="1600200"/>
            <a:ext cx="50292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500" dirty="0">
                <a:solidFill>
                  <a:srgbClr val="D5A5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that supports the image on the right</a:t>
            </a:r>
            <a:endParaRPr lang="en-US" sz="1500" dirty="0"/>
          </a:p>
          <a:p>
            <a:pPr marL="342900" indent="-342900">
              <a:buSzPct val="100000"/>
              <a:buChar char="●"/>
            </a:pPr>
            <a:r>
              <a:rPr lang="en-US" sz="1500" dirty="0">
                <a:solidFill>
                  <a:srgbClr val="D5A5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that adds relevant context</a:t>
            </a:r>
            <a:endParaRPr lang="en-US" sz="1500" dirty="0"/>
          </a:p>
          <a:p>
            <a:pPr marL="342900" indent="-342900">
              <a:buSzPct val="100000"/>
              <a:buChar char="●"/>
            </a:pPr>
            <a:r>
              <a:rPr lang="en-US" sz="1500" dirty="0">
                <a:solidFill>
                  <a:srgbClr val="D5A5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that closes the idea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87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87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1463040" y="2331720"/>
            <a:ext cx="9235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where a client or candidate testimonial goes — keep it to two or three lines for the strongest impact.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87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371600" y="324612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ARTOMB Recruitment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ARTOMB Recruitment - Presentation Template</dc:title>
  <dc:subject>PptxGenJS Presentation</dc:subject>
  <dc:creator>ARTOMB Recruitment</dc:creator>
  <cp:lastModifiedBy>ARTOMB Recruitment</cp:lastModifiedBy>
  <cp:revision>1</cp:revision>
  <dcterms:created xsi:type="dcterms:W3CDTF">2026-08-30T01:26:22Z</dcterms:created>
  <dcterms:modified xsi:type="dcterms:W3CDTF">2026-08-30T01:26:22Z</dcterms:modified>
</cp:coreProperties>
</file>